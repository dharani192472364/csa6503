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68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www.slidemake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hlinkClick r:id="rId1"/>
          </p:cNvPr>
          <p:cNvSpPr/>
          <p:nvPr/>
        </p:nvSpPr>
        <p:spPr>
          <a:xfrm>
            <a:off x="7501317" y="4563908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pic>
        <p:nvPicPr>
          <p:cNvPr id="4" name="Imag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53" y="122392"/>
            <a:ext cx="8642293" cy="929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59373" y="3401381"/>
            <a:ext cx="247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S.Dharani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(192472364)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631" y="3636113"/>
            <a:ext cx="2695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Malathi.K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63322" y="2275273"/>
            <a:ext cx="5637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CSA6503- Generative –Ai And LLM Models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9002" y="1507008"/>
            <a:ext cx="889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PRESENTATION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3750" y="1388151"/>
            <a:ext cx="7182282" cy="1750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Compare the architectural strengths and limitations of BERT, GPT, T5,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understanding and language generation.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Compare the four models in terms of fine-tuning and transfer learning. Explain which models are more suitable for task-specific adaptation.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5539" y="463271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43463" y="2170314"/>
          <a:ext cx="4422676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1709"/>
                <a:gridCol w="1599103"/>
                <a:gridCol w="2001864"/>
              </a:tblGrid>
              <a:tr h="220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Purpose</a:t>
                      </a:r>
                      <a:endParaRPr lang="en-IN"/>
                    </a:p>
                  </a:txBody>
                  <a:tcPr anchor="ctr"/>
                </a:tc>
              </a:tr>
              <a:tr h="3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Encoder-only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 Understanding</a:t>
                      </a:r>
                      <a:endParaRPr lang="en-IN"/>
                    </a:p>
                  </a:txBody>
                  <a:tcPr anchor="ctr"/>
                </a:tc>
              </a:tr>
              <a:tr h="220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GPT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Decoder-only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 Generation</a:t>
                      </a:r>
                      <a:endParaRPr lang="en-IN" dirty="0"/>
                    </a:p>
                  </a:txBody>
                  <a:tcPr anchor="ctr"/>
                </a:tc>
              </a:tr>
              <a:tr h="220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Encoder-Decoder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Transformation</a:t>
                      </a:r>
                      <a:endParaRPr lang="en-IN"/>
                    </a:p>
                  </a:txBody>
                  <a:tcPr anchor="ctr"/>
                </a:tc>
              </a:tr>
              <a:tr h="220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LLaMA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Decoder-only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 Generation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77861" y="1032729"/>
            <a:ext cx="86838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Q9: Introduction &amp;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vs GPT vs T5 vs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models are based on the Transformer architecture, but their structures are different.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Memory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→ Understand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 → Generate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→ Transform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Generate + Customize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/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078" y="941514"/>
            <a:ext cx="9144000" cy="353943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context understanding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classification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NER and extractive QA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text generation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conversational capability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code and question generation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Encoder-decoder architecture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text-to-text transformation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translation and summarization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decoder-only architecture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text generation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customization and RAG applications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9535" y="212843"/>
            <a:ext cx="2516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Strengths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/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45653" y="457216"/>
            <a:ext cx="3240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Architectural Limitations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8836" y="1538129"/>
          <a:ext cx="7896514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9491"/>
                <a:gridCol w="6197023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Limitations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designed for open-ended text generation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GPT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generate inaccurate information; large models can be costly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 models can require significant computation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LLaMA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 models require suitable hardware; licensing varies by release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071" y="3940878"/>
            <a:ext cx="8243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determines the model's strengths and suitable applications.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/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03046" y="239924"/>
            <a:ext cx="3566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Applications &amp; Comparison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8650" y="1046292"/>
          <a:ext cx="7886700" cy="2468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77340"/>
                <a:gridCol w="1577340"/>
                <a:gridCol w="1577340"/>
                <a:gridCol w="1577340"/>
                <a:gridCol w="157734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Classification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Generation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Summarization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Translation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Chatbot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Good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Excellent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8650" y="3619950"/>
            <a:ext cx="7961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→ Classification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 → Chatbot &amp; Generation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→ Translation &amp; Summarization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 Generative 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/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21226"/>
            <a:ext cx="914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6236" y="1332155"/>
            <a:ext cx="887152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strongest for language understanding.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 is strongest for general text generation.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is strongest for text-to-text transformation.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strong for customizable generative AI.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model is best for every NLP task. The architecture should be selected according to the application's requirements.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/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76424" y="374730"/>
            <a:ext cx="3006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Q22: Transfer Learning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260" y="1071418"/>
            <a:ext cx="695581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Transfer Learning?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uses knowledge learned by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new task.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Model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Dataset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Application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training data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training time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cost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task performance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domain adaptation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74854"/>
            <a:ext cx="1055671" cy="62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6515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of BERT &amp; GPT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3527" y="1098328"/>
            <a:ext cx="7656945" cy="397031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Dataset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/ NER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analysis, classification, NER, extractive QA.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Data / Instructions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Application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Chatbots, customer support, content generation, coding.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fine-tuning options depend on the GPT model and platform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153" y="83554"/>
            <a:ext cx="1055671" cy="62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16628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Fine-Tuning of T5 &amp; </a:t>
            </a:r>
            <a:r>
              <a:rPr lang="en-IN" sz="2400" dirty="0" err="1"/>
              <a:t>LLaMA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2727" y="1024244"/>
            <a:ext cx="7943274" cy="369331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Text-to-Text Application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Translation, summarization, QA, text rewriting.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Fine-Tuning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RAG, education, customer support, coding and AI assistants.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07319"/>
            <a:ext cx="1055671" cy="62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49016"/>
            <a:ext cx="914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PEFT &amp; Comparison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313597" y="2176799"/>
          <a:ext cx="2869823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1712"/>
                <a:gridCol w="1958111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Fine-Tuning Use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Classification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GPT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Generation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transformation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LLaMA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 generation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7" y="1178216"/>
            <a:ext cx="90524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PEFT – Parameter-Efficient Fine-Tuning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training the entire model, only a small number of parameters are adapted.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Low-Rank Adaptation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Quantization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memory requirement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training cost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adaptation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customization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/>
          <p:cNvPicPr>
            <a:picLocks noChangeAspect="1"/>
          </p:cNvPicPr>
          <p:nvPr/>
        </p:nvPicPr>
        <p:blipFill>
          <a:blip r:embed="rId1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77041"/>
            <a:ext cx="1055671" cy="62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4540" y="345448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7891" y="1488747"/>
            <a:ext cx="8488218" cy="3042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allows pre-trained models to be adapted without training from scratch.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→ Understanding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 → Generation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→ Transformation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 Generation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make adapting large models more practical when computational resources are limited.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for a great year – Work Over Eas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3" name="Picture 2" descr="Thank you for a great year – Work Over Eas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4" name="Picture 3" descr="Thank you for a great year – Work Over Eas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01" y="169934"/>
            <a:ext cx="8779858" cy="4855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3997</Words>
  <Application>WPS Presentation</Application>
  <PresentationFormat>On-screen Show (16:9)</PresentationFormat>
  <Paragraphs>297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Compiler Checks Whether Parentheses In A Program Are Balanced During Syntax Analysis. Identify The</dc:title>
  <dc:creator>SlideMake.com</dc:creator>
  <dc:subject>A Compiler Checks Whether Parentheses In A Program Are Balanced During Syntax Analysis. Identify The</dc:subject>
  <cp:lastModifiedBy>SALADHI DHARANI</cp:lastModifiedBy>
  <cp:revision>10</cp:revision>
  <dcterms:created xsi:type="dcterms:W3CDTF">2026-07-20T07:56:00Z</dcterms:created>
  <dcterms:modified xsi:type="dcterms:W3CDTF">2026-08-23T05:15:12Z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5FB79E746AEB45AEB68B44A5269AB033_13</vt:lpwstr>
  </property>
  <property fmtid="{D5CDD505-2E9C-101B-9397-08002B2CF9AE}" pid="3" name="KSOProductBuildVer">
    <vt:lpwstr>1033-12.1.0.28032</vt:lpwstr>
  </property>
</Properties>
</file>